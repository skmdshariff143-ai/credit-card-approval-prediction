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 b="1">
                <a:solidFill>
                  <a:srgbClr val="162032"/>
                </a:solidFill>
                <a:latin typeface="Segoe UI"/>
              </a:defRPr>
            </a:pPr>
            <a:r>
              <a:t>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>
                <a:solidFill>
                  <a:srgbClr val="646464"/>
                </a:solidFill>
                <a:latin typeface="Segoe UI"/>
              </a:defRPr>
            </a:pPr>
            <a:r>
              <a:t>Title: CreditGuard AI</a:t>
            </a:r>
          </a:p>
          <a:p>
            <a:pPr>
              <a:defRPr sz="1600">
                <a:solidFill>
                  <a:srgbClr val="646464"/>
                </a:solidFill>
                <a:latin typeface="Segoe UI"/>
              </a:defRPr>
            </a:pPr>
            <a:r>
              <a:t>Subtitle: Enterprise Risk Assessment &amp; Credit Card Approval Platform</a:t>
            </a:r>
          </a:p>
          <a:p>
            <a:pPr>
              <a:defRPr sz="1600">
                <a:solidFill>
                  <a:srgbClr val="646464"/>
                </a:solidFill>
                <a:latin typeface="Segoe UI"/>
              </a:defRPr>
            </a:pPr>
            <a:r>
              <a:t>Presenter: Shaik Mahammad Shariff (Senior AI/ML Engineer)</a:t>
            </a:r>
          </a:p>
          <a:p>
            <a:pPr>
              <a:defRPr sz="1600">
                <a:solidFill>
                  <a:srgbClr val="646464"/>
                </a:solidFill>
                <a:latin typeface="Segoe UI"/>
              </a:defRPr>
            </a:pPr>
            <a:r>
              <a:t>Visual: System logo/banner, links to GitHub &amp; Live Demo.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C63FF"/>
                </a:solidFill>
                <a:latin typeface="Segoe UI"/>
              </a:defRPr>
            </a:pPr>
            <a:r>
              <a:t>The Problem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Industry Challenge: Credit card applications require balancing default risk with high client acceptance.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The Data Bottleneck: Manual underwriting is slow, inconsistent, and expensive.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The Imbalance Trap: Delinquency history represents a highly imbalanced class (~7.5% default vs 92.5% approved). Defaulting to the majority class underfits default risk, causing significant bank credit losses.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C63FF"/>
                </a:solidFill>
                <a:latin typeface="Segoe UI"/>
              </a:defRPr>
            </a:pPr>
            <a:r>
              <a:t>Project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Ingestion &amp; Validation: Schema enforcement, outlier capping, missing values imputation (`Unknown` categorization).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Domain Feature Engineering: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`INCOME_PER_MEMBER`: Measures individual financial resilience.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`EMPLOYED_TO_AGE_RATIO`: Proportional active employment duration.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Balanced Resampling: Random oversampling to balance default/approval classes for model training.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C63FF"/>
                </a:solidFill>
                <a:latin typeface="Segoe UI"/>
              </a:defRPr>
            </a:pPr>
            <a:r>
              <a:t>Model Benchmarking &amp;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Evaluated Algorithms: Logistic Regression, Decision Tree, Random Forest, XGBoost.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Evaluation Criteria: F1-score, ROC-AUC, and Recall (Default Detection Rate).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The Winner: Logistic Regression (with class weights) was selected for deployment.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F1: 0.2387 | ROC-AUC: 0.7409 | Recall: 66.67%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Why? Tree ensembles (RF, XGBoost) overfit the majority class on raw splits, leading to very low default recalls (~15%). Logistic Regression generalized best.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C63FF"/>
                </a:solidFill>
                <a:latin typeface="Segoe UI"/>
              </a:defRPr>
            </a:pPr>
            <a:r>
              <a:t>Explainable AI &amp; Serving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Interactive UI: Premium glassmorphism design with auto-theme settings (Dark/Light).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LIME-inspired Local Explanations: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Built a Ridge surrogate local regression engine to extract feature attribution scores dynamically.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Transparently shows the top 5 risk factors and support factors for any credit decision.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History Logs: SQLite transaction tracking with instant CSV and JSON export options.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C63FF"/>
                </a:solidFill>
                <a:latin typeface="Segoe UI"/>
              </a:defRPr>
            </a:pPr>
            <a:r>
              <a:t>DevOps &amp; Cloud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Dockerization: Optimized multi-stage Docker builds with native Python health checks.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CI/CD Pipelines: GitHub Actions running auto-linters, code security audits, pytest coverage checks, and GitHub Pages deployments.</a:t>
            </a:r>
          </a:p>
          <a:p>
            <a:pPr>
              <a:spcAft>
                <a:spcPts val="1200"/>
              </a:spcAft>
              <a:defRPr sz="1600">
                <a:solidFill>
                  <a:srgbClr val="3C3C3C"/>
                </a:solidFill>
                <a:latin typeface="Segoe UI"/>
              </a:defRPr>
            </a:pPr>
            <a:r>
              <a:t>Multi-Cloud Deployments: Vercel Serverless Apps and IBM Watson Machine Learning setup.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